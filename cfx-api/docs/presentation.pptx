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33"/>
    <p:restoredTop autoAdjust="0" sz="94711"/>
  </p:normalViewPr>
  <p:slideViewPr>
    <p:cSldViewPr snapToGrid="0" snapToObjects="1">
      <p:cViewPr varScale="1">
        <p:scale>
          <a:sx d="100" n="84"/>
          <a:sy d="100" n="84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Style</a:t>
            </a:r>
            <a:r>
              <a:rPr/>
              <a:t> </a:t>
            </a:r>
            <a:r>
              <a:rPr/>
              <a:t>Forecast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Style</a:t>
            </a:r>
            <a:r>
              <a:rPr/>
              <a:t> </a:t>
            </a:r>
            <a:r>
              <a:rPr/>
              <a:t>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Climate Intelligence for Circular Fashion Decisions</a:t>
            </a:r>
          </a:p>
          <a:p>
            <a:pPr lvl="1"/>
            <a:r>
              <a:rPr/>
              <a:t>From static outfit picks to context-aware, explainable recommendations</a:t>
            </a:r>
          </a:p>
          <a:p>
            <a:pPr lvl="1"/>
            <a:r>
              <a:rPr/>
              <a:t>Integrates weather forecasting, trend sentiment, and user preference signals</a:t>
            </a:r>
          </a:p>
          <a:p>
            <a:pPr lvl="1"/>
            <a:r>
              <a:rPr/>
              <a:t>Designed for practical reuse workflows: wear, swap, rent, recycle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Why</a:t>
            </a:r>
            <a:r>
              <a:rPr/>
              <a:t> </a:t>
            </a:r>
            <a:r>
              <a:rPr/>
              <a:t>This</a:t>
            </a:r>
            <a:r>
              <a:rPr/>
              <a:t> </a:t>
            </a:r>
            <a:r>
              <a:rPr/>
              <a:t>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Fashion assistants are often style-only and ignore climate risk</a:t>
            </a:r>
          </a:p>
          <a:p>
            <a:pPr lvl="1"/>
            <a:r>
              <a:rPr/>
              <a:t>Sustainability platforms are often logistics-only and ignore user adoption</a:t>
            </a:r>
          </a:p>
          <a:p>
            <a:pPr lvl="1"/>
            <a:r>
              <a:rPr/>
              <a:t>Recommendation systems often optimize accuracy, not explainability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Core</a:t>
            </a:r>
            <a:r>
              <a:rPr/>
              <a:t> </a:t>
            </a:r>
            <a:r>
              <a:rPr/>
              <a:t>Innovation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A single scoring pipeline combining:</a:t>
            </a:r>
          </a:p>
          <a:p>
            <a:pPr lvl="2"/>
            <a:r>
              <a:rPr/>
              <a:t>Hourly weather suitability (temperature, precipitation, wind)</a:t>
            </a:r>
          </a:p>
          <a:p>
            <a:pPr lvl="2"/>
            <a:r>
              <a:rPr/>
              <a:t>Trend momentum and sentiment from recent fashion media</a:t>
            </a:r>
          </a:p>
          <a:p>
            <a:pPr lvl="2"/>
            <a:r>
              <a:rPr/>
              <a:t>Personal feedback adaptation over time</a:t>
            </a:r>
          </a:p>
          <a:p>
            <a:pPr lvl="1"/>
            <a:r>
              <a:rPr/>
              <a:t>Every recommendation includes interpretable score components</a:t>
            </a:r>
          </a:p>
          <a:p>
            <a:pPr lvl="1"/>
            <a:r>
              <a:rPr/>
              <a:t>Chat intent acts as a soft constraint, not a black-box override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Research</a:t>
            </a:r>
            <a:r>
              <a:rPr/>
              <a:t> </a:t>
            </a:r>
            <a:r>
              <a:rPr/>
              <a:t>Curiosity:</a:t>
            </a:r>
            <a:r>
              <a:rPr/>
              <a:t> </a:t>
            </a:r>
            <a:r>
              <a:rPr/>
              <a:t>Alternatives</a:t>
            </a:r>
            <a:r>
              <a:rPr/>
              <a:t> </a:t>
            </a:r>
            <a:r>
              <a:rPr/>
              <a:t>Explored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Pure collaborative filtering: rejected (cold-start, sparse implicit signals)</a:t>
            </a:r>
          </a:p>
          <a:p>
            <a:pPr lvl="1"/>
            <a:r>
              <a:rPr/>
              <a:t>End-to-end LLM ranking: rejected (non-deterministic and hard to audit)</a:t>
            </a:r>
          </a:p>
          <a:p>
            <a:pPr lvl="1"/>
            <a:r>
              <a:rPr/>
              <a:t>Chosen approach: hybrid heuristic + live data + bounded personalization</a:t>
            </a:r>
          </a:p>
          <a:p>
            <a:pPr lvl="1"/>
            <a:r>
              <a:rPr/>
              <a:t>Rationale: stable outputs, transparent trade-offs, demo reliability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Novel</a:t>
            </a:r>
            <a:r>
              <a:rPr/>
              <a:t> </a:t>
            </a:r>
            <a:r>
              <a:rPr/>
              <a:t>Data</a:t>
            </a:r>
            <a:r>
              <a:rPr/>
              <a:t> </a:t>
            </a:r>
            <a:r>
              <a:rPr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Live Open-Meteo forecast + geocoding timezone resolution</a:t>
            </a:r>
          </a:p>
          <a:p>
            <a:pPr lvl="1"/>
            <a:r>
              <a:rPr/>
              <a:t>RSS-derived trend extraction with recency window (last 60 days)</a:t>
            </a:r>
          </a:p>
          <a:p>
            <a:pPr lvl="1"/>
            <a:r>
              <a:rPr/>
              <a:t>Outfit usage logging with captured weather context</a:t>
            </a:r>
          </a:p>
          <a:p>
            <a:pPr lvl="1"/>
            <a:r>
              <a:rPr/>
              <a:t>Feedback memory to adapt subsequent ranking decisions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System</a:t>
            </a:r>
            <a:r>
              <a:rPr/>
              <a:t> </a:t>
            </a:r>
            <a:r>
              <a:rPr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Frontend: React + Vite (interactive recommendation and chat UX)</a:t>
            </a:r>
          </a:p>
          <a:p>
            <a:pPr lvl="1"/>
            <a:r>
              <a:rPr/>
              <a:t>Backend: NestJS modular services</a:t>
            </a:r>
          </a:p>
          <a:p>
            <a:pPr lvl="1"/>
            <a:r>
              <a:rPr/>
              <a:t>Data layer: Prisma + PostgreSQL</a:t>
            </a:r>
          </a:p>
          <a:p>
            <a:pPr lvl="1"/>
            <a:r>
              <a:rPr/>
              <a:t>Auth: JWT access + refresh token lifecycle</a:t>
            </a:r>
          </a:p>
          <a:p>
            <a:pPr lvl="1"/>
            <a:r>
              <a:rPr/>
              <a:t>API docs via OpenAPI/Swagger for reproducible integration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Scoring</a:t>
            </a:r>
            <a:r>
              <a:rPr/>
              <a:t> </a:t>
            </a:r>
            <a:r>
              <a:rPr/>
              <a:t>Design</a:t>
            </a:r>
            <a:r>
              <a:rPr/>
              <a:t> </a:t>
            </a:r>
            <a:r>
              <a:rPr/>
              <a:t>(Expert-Level</a:t>
            </a:r>
            <a:r>
              <a:rPr/>
              <a:t> </a:t>
            </a:r>
            <a:r>
              <a:rPr/>
              <a:t>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Base utility = weighted blend of:</a:t>
            </a:r>
          </a:p>
          <a:p>
            <a:pPr lvl="2"/>
            <a:r>
              <a:rPr/>
              <a:t>Thermal comfort fit</a:t>
            </a:r>
          </a:p>
          <a:p>
            <a:pPr lvl="2"/>
            <a:r>
              <a:rPr/>
              <a:t>Rain and wind resilience</a:t>
            </a:r>
          </a:p>
          <a:p>
            <a:pPr lvl="2"/>
            <a:r>
              <a:rPr/>
              <a:t>Trend relevance boost</a:t>
            </a:r>
          </a:p>
          <a:p>
            <a:pPr lvl="2"/>
            <a:r>
              <a:rPr/>
              <a:t>User-adaptive confidence bonus</a:t>
            </a:r>
          </a:p>
          <a:p>
            <a:pPr lvl="1"/>
            <a:r>
              <a:rPr/>
              <a:t>Guardrails:</a:t>
            </a:r>
          </a:p>
          <a:p>
            <a:pPr lvl="2"/>
            <a:r>
              <a:rPr/>
              <a:t>Penalties for weather-incompatible materials/tags</a:t>
            </a:r>
          </a:p>
          <a:p>
            <a:pPr lvl="2"/>
            <a:r>
              <a:rPr/>
              <a:t>Bounded boosts to prevent unstable ranking swings</a:t>
            </a:r>
          </a:p>
          <a:p>
            <a:pPr lvl="1"/>
            <a:r>
              <a:rPr/>
              <a:t>Outcome: robust and explainable recommendations under noisy inputs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Quality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Evaluation</a:t>
            </a:r>
            <a:r>
              <a:rPr/>
              <a:t> </a:t>
            </a:r>
            <a:r>
              <a:rPr/>
              <a:t>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Functional correctness: end-to-end API + UI flows</a:t>
            </a:r>
          </a:p>
          <a:p>
            <a:pPr lvl="1"/>
            <a:r>
              <a:rPr/>
              <a:t>Robustness: timezone conversion and nearest-hour weather matching</a:t>
            </a:r>
          </a:p>
          <a:p>
            <a:pPr lvl="1"/>
            <a:r>
              <a:rPr/>
              <a:t>Relevance: trend recency filtering and sentiment weighting</a:t>
            </a:r>
          </a:p>
          <a:p>
            <a:pPr lvl="1"/>
            <a:r>
              <a:rPr/>
              <a:t>Explainability: item-level and outfit-level score decomposition</a:t>
            </a:r>
          </a:p>
          <a:p>
            <a:pPr lvl="1"/>
            <a:r>
              <a:rPr/>
              <a:t>Delivery quality: reproducible setup, documented endpoints, runnable build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Live</a:t>
            </a:r>
            <a:r>
              <a:rPr/>
              <a:t> </a:t>
            </a:r>
            <a:r>
              <a:rPr/>
              <a:t>Demo</a:t>
            </a:r>
            <a:r>
              <a:rPr/>
              <a:t> </a:t>
            </a:r>
            <a:r>
              <a:rPr/>
              <a:t>Script</a:t>
            </a:r>
            <a:r>
              <a:rPr/>
              <a:t> </a:t>
            </a:r>
            <a:r>
              <a:rPr/>
              <a:t>(Oral</a:t>
            </a:r>
            <a:r>
              <a:rPr/>
              <a:t> </a:t>
            </a:r>
            <a:r>
              <a:rPr/>
              <a:t>Exam)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AutoNum type="arabicPeriod"/>
            </a:pPr>
            <a:r>
              <a:rPr/>
              <a:t>Register/login and obtain JWT</a:t>
            </a:r>
          </a:p>
          <a:p>
            <a:pPr lvl="1">
              <a:buAutoNum type="arabicPeriod"/>
            </a:pPr>
            <a:r>
              <a:rPr/>
              <a:t>Create item + outfit</a:t>
            </a:r>
          </a:p>
          <a:p>
            <a:pPr lvl="1">
              <a:buAutoNum type="arabicPeriod"/>
            </a:pPr>
            <a:r>
              <a:rPr/>
              <a:t>Request recommendation for a specific location/time</a:t>
            </a:r>
          </a:p>
          <a:p>
            <a:pPr lvl="1">
              <a:buAutoNum type="arabicPeriod"/>
            </a:pPr>
            <a:r>
              <a:rPr/>
              <a:t>Inspect score breakdown (weather + trend + feedback effects)</a:t>
            </a:r>
          </a:p>
          <a:p>
            <a:pPr lvl="1">
              <a:buAutoNum type="arabicPeriod"/>
            </a:pPr>
            <a:r>
              <a:rPr/>
              <a:t>Submit feedback and re-query to show adaptive change</a:t>
            </a:r>
          </a:p>
          <a:p>
            <a:pPr lvl="1">
              <a:buAutoNum type="arabicPeriod"/>
            </a:pPr>
            <a:r>
              <a:rPr/>
              <a:t>Use chat recommendation for constrained scenario refinement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Limitations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Cutting-Edge</a:t>
            </a:r>
            <a:r>
              <a:rPr/>
              <a:t> </a:t>
            </a:r>
            <a:r>
              <a:rPr/>
              <a:t>Next</a:t>
            </a:r>
            <a:r>
              <a:rPr/>
              <a:t> </a:t>
            </a:r>
            <a:r>
              <a:rPr/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Current sentiment model is lexical and not multimodal</a:t>
            </a:r>
          </a:p>
          <a:p>
            <a:pPr lvl="1"/>
            <a:r>
              <a:rPr/>
              <a:t>Personalization is bounded heuristic, not learned embeddings</a:t>
            </a:r>
          </a:p>
          <a:p>
            <a:pPr lvl="1"/>
            <a:r>
              <a:rPr/>
              <a:t>Next-stage roadmap:</a:t>
            </a:r>
          </a:p>
          <a:p>
            <a:pPr lvl="2"/>
            <a:r>
              <a:rPr/>
              <a:t>Retrieval-augmented trend intelligence from richer sources</a:t>
            </a:r>
          </a:p>
          <a:p>
            <a:pPr lvl="2"/>
            <a:r>
              <a:rPr/>
              <a:t>Lightweight learning-to-rank with explainability constraints</a:t>
            </a:r>
          </a:p>
          <a:p>
            <a:pPr lvl="2"/>
            <a:r>
              <a:rPr/>
              <a:t>Counterfactual explanations: “why this outfit over the next best one?”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Generative</a:t>
            </a:r>
            <a:r>
              <a:rPr/>
              <a:t> </a:t>
            </a:r>
            <a:r>
              <a:rPr/>
              <a:t>AI</a:t>
            </a:r>
            <a:r>
              <a:rPr/>
              <a:t> </a:t>
            </a:r>
            <a:r>
              <a:rPr/>
              <a:t>Use</a:t>
            </a:r>
            <a:r>
              <a:rPr/>
              <a:t> </a:t>
            </a:r>
            <a:r>
              <a:rPr/>
              <a:t>(Transparent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/>
              <a:t>Controlled)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Used for selective ideation, small code corrections, and document scaffolding</a:t>
            </a:r>
          </a:p>
          <a:p>
            <a:pPr lvl="1"/>
            <a:r>
              <a:rPr/>
              <a:t>Final architecture, implementation, and validation decisions were human-led</a:t>
            </a:r>
          </a:p>
          <a:p>
            <a:pPr lvl="1"/>
            <a:r>
              <a:rPr/>
              <a:t>Every suggestion was manually reviewed and tested before adoption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Style Forecast demonstrates explainable, research-led innovation for real-world circular fashion decisions.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 Forecast</dc:title>
  <dc:creator/>
  <cp:keywords/>
  <dcterms:created xsi:type="dcterms:W3CDTF">2026-03-05T13:15:59Z</dcterms:created>
  <dcterms:modified xsi:type="dcterms:W3CDTF">2026-03-05T13:15:59Z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arp">
    <vt:lpwstr>True</vt:lpwstr>
  </property>
  <property fmtid="{D5CDD505-2E9C-101B-9397-08002B2CF9AE}" pid="3" name="paginate">
    <vt:lpwstr>True</vt:lpwstr>
  </property>
  <property fmtid="{D5CDD505-2E9C-101B-9397-08002B2CF9AE}" pid="4" name="size">
    <vt:lpwstr>16:9</vt:lpwstr>
  </property>
</Properties>
</file>