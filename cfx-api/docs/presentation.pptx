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33"/>
    <p:restoredTop autoAdjust="0" sz="94711"/>
  </p:normalViewPr>
  <p:slideViewPr>
    <p:cSldViewPr snapToGrid="0" snapToObjects="1">
      <p:cViewPr varScale="1">
        <p:scale>
          <a:sx d="100" n="84"/>
          <a:sy d="100" n="84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Style</a:t>
            </a:r>
            <a:r>
              <a:rPr/>
              <a:t> </a:t>
            </a:r>
            <a:r>
              <a:rPr/>
              <a:t>Forecast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Style</a:t>
            </a:r>
            <a:r>
              <a:rPr/>
              <a:t> </a:t>
            </a:r>
            <a:r>
              <a:rPr/>
              <a:t>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Weather × Trends Outfit Recommendations</a:t>
            </a:r>
          </a:p>
          <a:p>
            <a:pPr lvl="1"/>
            <a:r>
              <a:rPr/>
              <a:t>Climate-aware outfit suggestions</a:t>
            </a:r>
          </a:p>
          <a:p>
            <a:pPr lvl="1"/>
            <a:r>
              <a:rPr/>
              <a:t>Trend-aware scoring from fashion media</a:t>
            </a:r>
          </a:p>
          <a:p>
            <a:pPr lvl="1"/>
            <a:r>
              <a:rPr/>
              <a:t>Adaptive feedback + chat assistant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Outfit choices depend on weather, trends, and personal context</a:t>
            </a:r>
          </a:p>
          <a:p>
            <a:pPr lvl="1"/>
            <a:r>
              <a:rPr/>
              <a:t>Existing apps don’t explain </a:t>
            </a:r>
            <a:r>
              <a:rPr i="1"/>
              <a:t>why</a:t>
            </a:r>
            <a:r>
              <a:rPr/>
              <a:t> a look is recommended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API-first system that scores outfits using weather + trend signals</a:t>
            </a:r>
          </a:p>
          <a:p>
            <a:pPr lvl="1"/>
            <a:r>
              <a:rPr/>
              <a:t>Chat assistant for richer constraints (occasion, activity, preferences)</a:t>
            </a:r>
          </a:p>
          <a:p>
            <a:pPr lvl="1"/>
            <a:r>
              <a:rPr/>
              <a:t>Save outfits and track usage to improve recommendations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Client: React + Vite</a:t>
            </a:r>
          </a:p>
          <a:p>
            <a:pPr lvl="1"/>
            <a:r>
              <a:rPr/>
              <a:t>API: NestJS + Prisma</a:t>
            </a:r>
          </a:p>
          <a:p>
            <a:pPr lvl="1"/>
            <a:r>
              <a:rPr/>
              <a:t>Database: PostgreSQL</a:t>
            </a:r>
          </a:p>
          <a:p>
            <a:pPr lvl="1"/>
            <a:r>
              <a:rPr/>
              <a:t>Weather: Open-Meteo</a:t>
            </a:r>
          </a:p>
          <a:p>
            <a:pPr lvl="1"/>
            <a:r>
              <a:rPr/>
              <a:t>Trends: RSS keyword + sentiment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User + Profile (home location, preferences)</a:t>
            </a:r>
          </a:p>
          <a:p>
            <a:pPr lvl="1"/>
            <a:r>
              <a:rPr/>
              <a:t>Outfit + OutfitUsage</a:t>
            </a:r>
          </a:p>
          <a:p>
            <a:pPr lvl="1"/>
            <a:r>
              <a:rPr/>
              <a:t>ClimateSnapshot</a:t>
            </a:r>
          </a:p>
          <a:p>
            <a:pPr lvl="1"/>
            <a:r>
              <a:rPr/>
              <a:t>SocialTrend + TrendSignal</a:t>
            </a:r>
          </a:p>
          <a:p>
            <a:pPr lvl="1"/>
            <a:r>
              <a:rPr/>
              <a:t>Feedback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Recommendation</a:t>
            </a:r>
            <a:r>
              <a:rPr/>
              <a:t> </a:t>
            </a:r>
            <a:r>
              <a:rPr/>
              <a:t>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Temperature fit + wind/precip penalties</a:t>
            </a:r>
          </a:p>
          <a:p>
            <a:pPr lvl="1"/>
            <a:r>
              <a:rPr/>
              <a:t>Trend boost from recent media sentiment</a:t>
            </a:r>
          </a:p>
          <a:p>
            <a:pPr lvl="1"/>
            <a:r>
              <a:rPr/>
              <a:t>User feedback bias</a:t>
            </a:r>
          </a:p>
          <a:p>
            <a:pPr lvl="1"/>
            <a:r>
              <a:rPr/>
              <a:t>Chat intent bias (occasion/avoid tags)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Live</a:t>
            </a:r>
            <a:r>
              <a:rPr/>
              <a:t> </a:t>
            </a:r>
            <a:r>
              <a:rPr/>
              <a:t>Demo</a:t>
            </a:r>
            <a:r>
              <a:rPr/>
              <a:t> </a:t>
            </a:r>
            <a:r>
              <a:rPr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AutoNum type="arabicPeriod"/>
            </a:pPr>
            <a:r>
              <a:rPr/>
              <a:t>Select location + time</a:t>
            </a:r>
          </a:p>
          <a:p>
            <a:pPr lvl="1">
              <a:buAutoNum type="arabicPeriod"/>
            </a:pPr>
            <a:r>
              <a:rPr/>
              <a:t>Generate recommendation</a:t>
            </a:r>
          </a:p>
          <a:p>
            <a:pPr lvl="1">
              <a:buAutoNum type="arabicPeriod"/>
            </a:pPr>
            <a:r>
              <a:rPr/>
              <a:t>Save outfit</a:t>
            </a:r>
          </a:p>
          <a:p>
            <a:pPr lvl="1">
              <a:buAutoNum type="arabicPeriod"/>
            </a:pPr>
            <a:r>
              <a:rPr/>
              <a:t>Open chat for tailored advice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Weather/timezone correctness</a:t>
            </a:r>
          </a:p>
          <a:p>
            <a:pPr lvl="1"/>
            <a:r>
              <a:rPr/>
              <a:t>Trend recency (last 60 days)</a:t>
            </a:r>
          </a:p>
          <a:p>
            <a:pPr lvl="1"/>
            <a:r>
              <a:rPr/>
              <a:t>Explainability in responses</a:t>
            </a:r>
          </a:p>
          <a:p>
            <a:pPr lvl="1"/>
            <a:r>
              <a:rPr/>
              <a:t>Feedback improves personalization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Timezone accuracy</a:t>
            </a:r>
          </a:p>
          <a:p>
            <a:pPr lvl="1"/>
            <a:r>
              <a:rPr/>
              <a:t>Noisy trend sentiment</a:t>
            </a:r>
          </a:p>
          <a:p>
            <a:pPr lvl="1"/>
            <a:r>
              <a:rPr/>
              <a:t>External data reliability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Future</a:t>
            </a:r>
            <a:r>
              <a:rPr/>
              <a:t> </a:t>
            </a:r>
            <a:r>
              <a:rPr/>
              <a:t>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Automated test suite</a:t>
            </a:r>
          </a:p>
          <a:p>
            <a:pPr lvl="1"/>
            <a:r>
              <a:rPr/>
              <a:t>Job queue for trend ingestion</a:t>
            </a:r>
          </a:p>
          <a:p>
            <a:pPr lvl="1"/>
            <a:r>
              <a:rPr/>
              <a:t>Email delivery for daily digests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Thank</a:t>
            </a:r>
            <a:r>
              <a:rPr/>
              <a:t> </a:t>
            </a:r>
            <a:r>
              <a:rPr/>
              <a:t>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 Forecast</dc:title>
  <dc:creator/>
  <cp:keywords/>
  <dcterms:created xsi:type="dcterms:W3CDTF">2026-03-05T12:59:44Z</dcterms:created>
  <dcterms:modified xsi:type="dcterms:W3CDTF">2026-03-05T12:59:44Z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  <property fmtid="{D5CDD505-2E9C-101B-9397-08002B2CF9AE}" pid="4" name="size">
    <vt:lpwstr>16:9</vt:lpwstr>
  </property>
</Properties>
</file>