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33"/>
    <p:restoredTop autoAdjust="0" sz="94711"/>
  </p:normalViewPr>
  <p:slideViewPr>
    <p:cSldViewPr snapToGrid="0" snapToObjects="1">
      <p:cViewPr varScale="1">
        <p:scale>
          <a:sx d="100" n="84"/>
          <a:sy d="100" n="84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lvl="0" marL="0" indent="0">
              <a:buNone/>
            </a:pPr>
            <a:r>
              <a:rPr/>
              <a:t>Style</a:t>
            </a:r>
            <a:r>
              <a:rPr/>
              <a:t> </a:t>
            </a:r>
            <a:r>
              <a:rPr/>
              <a:t>Forecast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lvl="0" marL="0" indent="0">
              <a:buNone/>
            </a:pPr>
            <a:br/>
            <a:br/>
            <a:r>
              <a:rPr/>
              <a:t>COMP3011</a:t>
            </a:r>
            <a:r>
              <a:rPr/>
              <a:t> </a:t>
            </a:r>
            <a:r>
              <a:rPr/>
              <a:t>Coursework</a:t>
            </a:r>
            <a:r>
              <a:rPr/>
              <a:t> </a:t>
            </a:r>
            <a:r>
              <a:rPr/>
              <a:t>1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March</a:t>
            </a:r>
            <a:r>
              <a:rPr/>
              <a:t> </a:t>
            </a:r>
            <a:r>
              <a:rPr/>
              <a:t>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Style</a:t>
            </a:r>
            <a:r>
              <a:rPr/>
              <a:t> </a:t>
            </a:r>
            <a:r>
              <a:rPr/>
              <a:t>Forecast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Weather- and Trend-Aware Outfit Recommendations</a:t>
            </a:r>
          </a:p>
          <a:p>
            <a:pPr lvl="1"/>
            <a:r>
              <a:rPr/>
              <a:t>API-first sustainable fashion assistant</a:t>
            </a:r>
          </a:p>
          <a:p>
            <a:pPr lvl="1"/>
            <a:r>
              <a:rPr/>
              <a:t>Combines climate, trend signals, and user feedback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Outfit decisions are context dependent (weather, occasion, trend relevance)</a:t>
            </a:r>
          </a:p>
          <a:p>
            <a:pPr lvl="1"/>
            <a:r>
              <a:rPr/>
              <a:t>Existing tools often lack transparency for recommendations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Full-stack system with explainable scoring</a:t>
            </a:r>
          </a:p>
          <a:p>
            <a:pPr lvl="1"/>
            <a:r>
              <a:rPr/>
              <a:t>Personalized recommendations from wardrobe data + live context</a:t>
            </a:r>
          </a:p>
          <a:p>
            <a:pPr lvl="1"/>
            <a:r>
              <a:rPr/>
              <a:t>Chat interface for natural-language constraints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TypeScript (frontend + backend)</a:t>
            </a:r>
          </a:p>
          <a:p>
            <a:pPr lvl="1"/>
            <a:r>
              <a:rPr/>
              <a:t>NestJS API + Prisma</a:t>
            </a:r>
          </a:p>
          <a:p>
            <a:pPr lvl="1"/>
            <a:r>
              <a:rPr/>
              <a:t>PostgreSQL database</a:t>
            </a:r>
          </a:p>
          <a:p>
            <a:pPr lvl="1"/>
            <a:r>
              <a:rPr/>
              <a:t>React + Vite client</a:t>
            </a:r>
          </a:p>
          <a:p>
            <a:pPr lvl="1"/>
            <a:r>
              <a:rPr/>
              <a:t>JWT authentication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Modules: auth, users, items, listings, outfits, climate, trends, recommendation, feedback, analytics, chat</a:t>
            </a:r>
          </a:p>
          <a:p>
            <a:pPr lvl="1"/>
            <a:r>
              <a:rPr/>
              <a:t>External integrations: Open-Meteo, RSS trend ingestion, image trend endpoints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Recommendation</a:t>
            </a:r>
            <a:r>
              <a:rPr/>
              <a:t> </a:t>
            </a:r>
            <a:r>
              <a:rPr/>
              <a:t>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Temperature fit score</a:t>
            </a:r>
          </a:p>
          <a:p>
            <a:pPr lvl="1"/>
            <a:r>
              <a:rPr/>
              <a:t>Rain and wind penalties</a:t>
            </a:r>
          </a:p>
          <a:p>
            <a:pPr lvl="1"/>
            <a:r>
              <a:rPr/>
              <a:t>Trend boost from recent media sentiment/volume</a:t>
            </a:r>
          </a:p>
          <a:p>
            <a:pPr lvl="1"/>
            <a:r>
              <a:rPr/>
              <a:t>User feedback boost</a:t>
            </a:r>
          </a:p>
          <a:p>
            <a:pPr lvl="1"/>
            <a:r>
              <a:rPr/>
              <a:t>Optional chat preference biasing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API</a:t>
            </a:r>
            <a:r>
              <a:rPr/>
              <a:t> </a:t>
            </a:r>
            <a:r>
              <a:rPr/>
              <a:t>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Auth: register/login</a:t>
            </a:r>
          </a:p>
          <a:p>
            <a:pPr lvl="1"/>
            <a:r>
              <a:rPr/>
              <a:t>Wardrobe: items/outfits/listings</a:t>
            </a:r>
          </a:p>
          <a:p>
            <a:pPr lvl="1"/>
            <a:r>
              <a:rPr/>
              <a:t>Intelligence: recommendations/trends/chat</a:t>
            </a:r>
          </a:p>
          <a:p>
            <a:pPr lvl="1"/>
            <a:r>
              <a:rPr/>
              <a:t>Insights: analytics and impact endpoints</a:t>
            </a:r>
          </a:p>
          <a:p>
            <a:pPr lvl="1"/>
            <a:r>
              <a:rPr/>
              <a:t>Docs: Swagger + coursework API PDF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Demonstration</a:t>
            </a:r>
            <a:r>
              <a:rPr/>
              <a:t> </a:t>
            </a:r>
            <a:r>
              <a:rPr/>
              <a:t>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AutoNum type="arabicPeriod"/>
            </a:pPr>
            <a:r>
              <a:rPr/>
              <a:t>Register/login</a:t>
            </a:r>
          </a:p>
          <a:p>
            <a:pPr lvl="1">
              <a:buAutoNum type="arabicPeriod"/>
            </a:pPr>
            <a:r>
              <a:rPr/>
              <a:t>Create item and outfit</a:t>
            </a:r>
          </a:p>
          <a:p>
            <a:pPr lvl="1">
              <a:buAutoNum type="arabicPeriod"/>
            </a:pPr>
            <a:r>
              <a:rPr/>
              <a:t>Request climate-aware recommendation</a:t>
            </a:r>
          </a:p>
          <a:p>
            <a:pPr lvl="1">
              <a:buAutoNum type="arabicPeriod"/>
            </a:pPr>
            <a:r>
              <a:rPr/>
              <a:t>Submit feedback and view impact on future suggestions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Challenges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Timezone-aware datetime handling</a:t>
            </a:r>
          </a:p>
          <a:p>
            <a:pPr lvl="1"/>
            <a:r>
              <a:rPr/>
              <a:t>External API reliability and fallback behavior</a:t>
            </a:r>
          </a:p>
          <a:p>
            <a:pPr lvl="1"/>
            <a:r>
              <a:rPr/>
              <a:t>Balancing explainability with personalization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Limitations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Next</a:t>
            </a:r>
            <a:r>
              <a:rPr/>
              <a:t> </a:t>
            </a:r>
            <a:r>
              <a:rPr/>
              <a:t>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Expand automated test coverage</a:t>
            </a:r>
          </a:p>
          <a:p>
            <a:pPr lvl="1"/>
            <a:r>
              <a:rPr/>
              <a:t>Improve trend sentiment quality</a:t>
            </a:r>
          </a:p>
          <a:p>
            <a:pPr lvl="1"/>
            <a:r>
              <a:rPr/>
              <a:t>Add background jobs for trend ingestion</a:t>
            </a:r>
          </a:p>
          <a:p>
            <a:pPr lvl="1"/>
            <a:r>
              <a:rPr/>
              <a:t>Strengthen personalization model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Thank</a:t>
            </a:r>
            <a:r>
              <a:rPr/>
              <a:t> </a:t>
            </a:r>
            <a:r>
              <a:rPr/>
              <a:t>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Questions?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Style Forecast</dc:title>
  <dc:creator>COMP3011 Coursework 1</dc:creator>
  <cp:keywords/>
  <dcterms:created xsi:type="dcterms:W3CDTF">2026-03-05T12:56:54Z</dcterms:created>
  <dcterms:modified xsi:type="dcterms:W3CDTF">2026-03-05T12:56:54Z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March 2026</vt:lpwstr>
  </property>
</Properties>
</file>